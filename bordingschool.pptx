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C751"/>
    <a:srgbClr val="00CC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26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3594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5576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611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1810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00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8598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8653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691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4737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993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1930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50028">
              <a:srgbClr val="7AC7B9"/>
            </a:gs>
            <a:gs pos="64972">
              <a:srgbClr val="9FCED9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DDEEA-E9F0-4824-8163-65D9EC1F0AAE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A791E-2460-4C0F-8036-C6CD478E54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9756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1540" y="4514883"/>
            <a:ext cx="9144000" cy="1392405"/>
          </a:xfrm>
        </p:spPr>
        <p:txBody>
          <a:bodyPr>
            <a:no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Paper ID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Paper Title:</a:t>
            </a:r>
            <a:b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Paper Presentation Name &amp; Affiliation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7646" y="5907288"/>
            <a:ext cx="9144000" cy="950712"/>
          </a:xfrm>
        </p:spPr>
        <p:txBody>
          <a:bodyPr>
            <a:normAutofit/>
          </a:bodyPr>
          <a:lstStyle/>
          <a:p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Co-Authors Name:</a:t>
            </a:r>
          </a:p>
          <a:p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Co-Authors Affiliation: 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5322" y="1666194"/>
            <a:ext cx="11088303" cy="3129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National Conclave on Intelligent Cyber Security </a:t>
            </a:r>
            <a:r>
              <a:rPr lang="en-US" sz="28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Systems</a:t>
            </a:r>
          </a:p>
          <a:p>
            <a:pPr algn="ctr"/>
            <a:r>
              <a:rPr lang="en-US" sz="28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CyberAI-2026</a:t>
            </a:r>
            <a:r>
              <a:rPr lang="en-US" sz="2400" b="1" i="0" dirty="0" smtClean="0">
                <a:solidFill>
                  <a:srgbClr val="0000CC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1600" b="0" i="0" dirty="0" smtClean="0">
              <a:solidFill>
                <a:srgbClr val="212121"/>
              </a:solidFill>
              <a:effectLst/>
              <a:latin typeface="Lato"/>
            </a:endParaRPr>
          </a:p>
          <a:p>
            <a:pPr marL="457200" algn="ctr"/>
            <a:r>
              <a:rPr lang="en-US" b="1" i="1" dirty="0" smtClean="0">
                <a:solidFill>
                  <a:srgbClr val="0000CC"/>
                </a:solidFill>
                <a:effectLst/>
                <a:latin typeface="Times New Roman" panose="02020603050405020304" pitchFamily="18" charset="0"/>
              </a:rPr>
              <a:t>Sponsored </a:t>
            </a:r>
            <a:r>
              <a:rPr lang="en-US" b="1" i="1" dirty="0" smtClean="0">
                <a:solidFill>
                  <a:srgbClr val="0000CC"/>
                </a:solidFill>
                <a:effectLst/>
                <a:latin typeface="Times New Roman" panose="02020603050405020304" pitchFamily="18" charset="0"/>
              </a:rPr>
              <a:t>by</a:t>
            </a:r>
            <a:endParaRPr lang="en-US" sz="1600" b="0" i="0" dirty="0" smtClean="0">
              <a:solidFill>
                <a:srgbClr val="212121"/>
              </a:solidFill>
              <a:effectLst/>
              <a:latin typeface="Lato"/>
            </a:endParaRPr>
          </a:p>
          <a:p>
            <a:pPr marL="457200" algn="ctr">
              <a:spcAft>
                <a:spcPts val="1000"/>
              </a:spcAft>
            </a:pPr>
            <a:r>
              <a:rPr lang="en-US" b="0" i="0" dirty="0" smtClean="0">
                <a:solidFill>
                  <a:srgbClr val="0000CC"/>
                </a:solidFill>
                <a:effectLst/>
                <a:latin typeface="Times New Roman" panose="02020603050405020304" pitchFamily="18" charset="0"/>
              </a:rPr>
              <a:t>Anusandhan National Research Foundation (ANRF), New Delhi</a:t>
            </a:r>
          </a:p>
          <a:p>
            <a:pPr marL="457200" algn="ctr">
              <a:spcAft>
                <a:spcPts val="1000"/>
              </a:spcAft>
            </a:pPr>
            <a:r>
              <a:rPr lang="en-US" sz="1600" i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Organized by </a:t>
            </a:r>
          </a:p>
          <a:p>
            <a:pPr marL="457200" algn="ctr"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</a:rPr>
              <a:t>Department of Computer Science and Engineering </a:t>
            </a:r>
          </a:p>
          <a:p>
            <a:pPr marL="457200" algn="ctr"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</a:rPr>
              <a:t>GIET University, Gunupur-765022</a:t>
            </a:r>
          </a:p>
          <a:p>
            <a:pPr marL="457200" algn="ctr"/>
            <a:r>
              <a:rPr lang="en-US" sz="24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(28</a:t>
            </a:r>
            <a:r>
              <a:rPr lang="en-US" sz="1200" b="0" i="0" baseline="300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th</a:t>
            </a:r>
            <a:r>
              <a:rPr lang="en-US" sz="24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 and </a:t>
            </a:r>
            <a:r>
              <a:rPr lang="en-US" sz="24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29</a:t>
            </a:r>
            <a:r>
              <a:rPr lang="en-US" sz="1200" b="0" i="0" baseline="300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th</a:t>
            </a:r>
            <a:r>
              <a:rPr lang="en-US" sz="24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 August </a:t>
            </a:r>
            <a:r>
              <a:rPr lang="en-US" sz="24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2026)</a:t>
            </a:r>
            <a:endParaRPr lang="en-US" sz="1600" b="0" i="0" dirty="0">
              <a:solidFill>
                <a:srgbClr val="212121"/>
              </a:solidFill>
              <a:effectLst/>
              <a:latin typeface="Lat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617646" cy="14914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20152" y="38501"/>
            <a:ext cx="1752435" cy="113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855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Outline 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Abstract (1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Slide with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3-4 Bullet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Points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Only)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Introduction (1 Slide with Bullet Points Only)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Related Work (Tabular Format “Add Current/ Recent Work”) (1 or 2 Slides)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Existing Problems or Findings (1 Slide with 3-4 Bullet Points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nly)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Proposed Work (1 or 2 Slides with Proper Block Diagram and Algorithm)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Results and Discussion (Maximum 3 Slides with Tables and Figures)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Conclusion and Future Work (1 Slide with Bullet Points only)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(1 or 2 Slides)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617646" cy="14914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20152" y="38501"/>
            <a:ext cx="1752435" cy="113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8003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534" y="2499654"/>
            <a:ext cx="10515600" cy="956076"/>
          </a:xfrm>
        </p:spPr>
        <p:txBody>
          <a:bodyPr/>
          <a:lstStyle/>
          <a:p>
            <a:pPr marL="0" indent="0" algn="ctr">
              <a:buNone/>
            </a:pPr>
            <a:r>
              <a:rPr lang="en-IN" sz="6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Thank You!!!</a:t>
            </a:r>
            <a:endParaRPr lang="en-IN" sz="6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617646" cy="14914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20152" y="38501"/>
            <a:ext cx="1752435" cy="113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9753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116</Words>
  <Application>Microsoft Office PowerPoint</Application>
  <PresentationFormat>Custom</PresentationFormat>
  <Paragraphs>21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Paper ID: Paper Title: Paper Presentation Name &amp; Affiliation </vt:lpstr>
      <vt:lpstr>Outline 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  Paper ID Paper Presentation Name &amp; Affiliation </dc:title>
  <dc:creator>priyanka</dc:creator>
  <cp:lastModifiedBy>staff</cp:lastModifiedBy>
  <cp:revision>16</cp:revision>
  <dcterms:created xsi:type="dcterms:W3CDTF">2025-06-18T07:04:29Z</dcterms:created>
  <dcterms:modified xsi:type="dcterms:W3CDTF">2026-08-12T04:35:05Z</dcterms:modified>
</cp:coreProperties>
</file>